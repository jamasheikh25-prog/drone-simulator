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94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87BD145F-0C29-4849-A758-99AC3C19EBF2}" type="datetimeFigureOut">
              <a:rPr lang="en-US" smtClean="0"/>
              <a:t>12/14/2024</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DB1C844-EC87-438C-B347-1934890F6993}"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BD145F-0C29-4849-A758-99AC3C19EBF2}" type="datetimeFigureOut">
              <a:rPr lang="en-US" smtClean="0"/>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BD145F-0C29-4849-A758-99AC3C19EBF2}" type="datetimeFigureOut">
              <a:rPr lang="en-US" smtClean="0"/>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7BD145F-0C29-4849-A758-99AC3C19EBF2}" type="datetimeFigureOut">
              <a:rPr lang="en-US" smtClean="0"/>
              <a:t>12/14/2024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B1C844-EC87-438C-B347-1934890F6993}"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BD145F-0C29-4849-A758-99AC3C19EBF2}" type="datetimeFigureOut">
              <a:rPr lang="en-US" smtClean="0"/>
              <a:t>12/14/2024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7BD145F-0C29-4849-A758-99AC3C19EBF2}" type="datetimeFigureOut">
              <a:rPr lang="en-US" smtClean="0"/>
              <a:t>12/14/2024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D145F-0C29-4849-A758-99AC3C19EBF2}" type="datetimeFigureOut">
              <a:rPr lang="en-US" smtClean="0"/>
              <a:t>12/14/2024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7BD145F-0C29-4849-A758-99AC3C19EBF2}" type="datetimeFigureOut">
              <a:rPr lang="en-US" smtClean="0"/>
              <a:t>12/14/2024</a:t>
            </a:fld>
            <a:endParaRPr lang="en-US"/>
          </a:p>
        </p:txBody>
      </p:sp>
      <p:sp>
        <p:nvSpPr>
          <p:cNvPr id="7" name="Slide Number Placeholder 6"/>
          <p:cNvSpPr>
            <a:spLocks noGrp="1"/>
          </p:cNvSpPr>
          <p:nvPr>
            <p:ph type="sldNum" sz="quarter" idx="12"/>
          </p:nvPr>
        </p:nvSpPr>
        <p:spPr/>
        <p:txBody>
          <a:bodyPr/>
          <a:lstStyle/>
          <a:p>
            <a:fld id="{8DB1C844-EC87-438C-B347-1934890F6993}"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BD145F-0C29-4849-A758-99AC3C19EBF2}" type="datetimeFigureOut">
              <a:rPr lang="en-US" smtClean="0"/>
              <a:t>12/14/2024</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BD145F-0C29-4849-A758-99AC3C19EBF2}" type="datetimeFigureOut">
              <a:rPr lang="en-US" smtClean="0"/>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BD145F-0C29-4849-A758-99AC3C19EBF2}" type="datetimeFigureOut">
              <a:rPr lang="en-US" smtClean="0"/>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B1C844-EC87-438C-B347-1934890F699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87BD145F-0C29-4849-A758-99AC3C19EBF2}" type="datetimeFigureOut">
              <a:rPr lang="en-US" smtClean="0"/>
              <a:t>12/14/2024</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DB1C844-EC87-438C-B347-1934890F699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CSCI 3081</a:t>
            </a:r>
            <a:endParaRPr lang="en-US" dirty="0"/>
          </a:p>
        </p:txBody>
      </p:sp>
      <p:sp>
        <p:nvSpPr>
          <p:cNvPr id="3" name="Subtitle 2"/>
          <p:cNvSpPr>
            <a:spLocks noGrp="1"/>
          </p:cNvSpPr>
          <p:nvPr>
            <p:ph type="subTitle" idx="1"/>
          </p:nvPr>
        </p:nvSpPr>
        <p:spPr/>
        <p:txBody>
          <a:bodyPr/>
          <a:lstStyle/>
          <a:p>
            <a:r>
              <a:rPr lang="en-US" dirty="0" smtClean="0"/>
              <a:t>Simulation Model</a:t>
            </a:r>
          </a:p>
          <a:p>
            <a:r>
              <a:rPr lang="en-US" dirty="0" smtClean="0"/>
              <a:t>By</a:t>
            </a:r>
          </a:p>
          <a:p>
            <a:r>
              <a:rPr lang="en-US" dirty="0" smtClean="0"/>
              <a:t>Ben </a:t>
            </a:r>
            <a:r>
              <a:rPr lang="en-US" dirty="0" err="1" smtClean="0"/>
              <a:t>Ziebol</a:t>
            </a:r>
            <a:r>
              <a:rPr lang="en-US" dirty="0" smtClean="0"/>
              <a:t> and </a:t>
            </a:r>
            <a:r>
              <a:rPr lang="en-US" dirty="0" err="1" smtClean="0"/>
              <a:t>Jama</a:t>
            </a:r>
            <a:r>
              <a:rPr lang="en-US" smtClean="0"/>
              <a:t> Sheikh</a:t>
            </a:r>
            <a:endParaRPr lang="en-US" dirty="0" smtClean="0"/>
          </a:p>
        </p:txBody>
      </p:sp>
    </p:spTree>
    <p:extLst>
      <p:ext uri="{BB962C8B-B14F-4D97-AF65-F5344CB8AC3E}">
        <p14:creationId xmlns:p14="http://schemas.microsoft.com/office/powerpoint/2010/main" val="10699320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new feature that </a:t>
            </a:r>
            <a:r>
              <a:rPr lang="en-US" dirty="0" smtClean="0"/>
              <a:t>our </a:t>
            </a:r>
            <a:r>
              <a:rPr lang="en-US" dirty="0"/>
              <a:t>team has implemented</a:t>
            </a:r>
          </a:p>
          <a:p>
            <a:r>
              <a:rPr lang="en-US" dirty="0" smtClean="0"/>
              <a:t>- What is it?</a:t>
            </a:r>
          </a:p>
          <a:p>
            <a:r>
              <a:rPr lang="en-US" dirty="0" smtClean="0"/>
              <a:t>- Why is this new feature important?</a:t>
            </a:r>
          </a:p>
          <a:p>
            <a:r>
              <a:rPr lang="en-US" dirty="0" smtClean="0"/>
              <a:t>- </a:t>
            </a:r>
            <a:r>
              <a:rPr lang="en-US" dirty="0"/>
              <a:t>Which design pattern did you use</a:t>
            </a:r>
            <a:r>
              <a:rPr lang="en-US" dirty="0" smtClean="0"/>
              <a:t>?</a:t>
            </a:r>
            <a:endParaRPr lang="en-US" dirty="0"/>
          </a:p>
        </p:txBody>
      </p:sp>
    </p:spTree>
    <p:extLst>
      <p:ext uri="{BB962C8B-B14F-4D97-AF65-F5344CB8AC3E}">
        <p14:creationId xmlns:p14="http://schemas.microsoft.com/office/powerpoint/2010/main" val="38066282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What is it?</a:t>
            </a:r>
            <a:endParaRPr lang="en-US" dirty="0"/>
          </a:p>
        </p:txBody>
      </p:sp>
      <p:sp>
        <p:nvSpPr>
          <p:cNvPr id="3" name="Content Placeholder 2"/>
          <p:cNvSpPr>
            <a:spLocks noGrp="1"/>
          </p:cNvSpPr>
          <p:nvPr>
            <p:ph idx="1"/>
          </p:nvPr>
        </p:nvSpPr>
        <p:spPr/>
        <p:txBody>
          <a:bodyPr/>
          <a:lstStyle/>
          <a:p>
            <a:r>
              <a:rPr lang="en-US" dirty="0" smtClean="0"/>
              <a:t>Cooling functionality and weather</a:t>
            </a:r>
          </a:p>
          <a:p>
            <a:pPr lvl="1"/>
            <a:r>
              <a:rPr lang="en-US" dirty="0" smtClean="0"/>
              <a:t>The packages will have temperature dependencies</a:t>
            </a:r>
            <a:endParaRPr lang="en-US" dirty="0"/>
          </a:p>
          <a:p>
            <a:pPr lvl="1"/>
            <a:r>
              <a:rPr lang="en-US" dirty="0" smtClean="0"/>
              <a:t>Weather will randomize during the simulation, varying the temperature of the environment.</a:t>
            </a:r>
            <a:endParaRPr lang="en-US" dirty="0"/>
          </a:p>
        </p:txBody>
      </p:sp>
    </p:spTree>
    <p:extLst>
      <p:ext uri="{BB962C8B-B14F-4D97-AF65-F5344CB8AC3E}">
        <p14:creationId xmlns:p14="http://schemas.microsoft.com/office/powerpoint/2010/main" val="11023442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Why is this new feature important?</a:t>
            </a:r>
            <a:endParaRPr lang="en-US" dirty="0"/>
          </a:p>
        </p:txBody>
      </p:sp>
      <p:sp>
        <p:nvSpPr>
          <p:cNvPr id="3" name="Content Placeholder 2"/>
          <p:cNvSpPr>
            <a:spLocks noGrp="1"/>
          </p:cNvSpPr>
          <p:nvPr>
            <p:ph idx="1"/>
          </p:nvPr>
        </p:nvSpPr>
        <p:spPr/>
        <p:txBody>
          <a:bodyPr/>
          <a:lstStyle/>
          <a:p>
            <a:r>
              <a:rPr lang="en-US" dirty="0" smtClean="0"/>
              <a:t>Real life implications</a:t>
            </a:r>
          </a:p>
          <a:p>
            <a:pPr lvl="1"/>
            <a:r>
              <a:rPr lang="en-US" dirty="0" smtClean="0"/>
              <a:t>In the real world, packages may need to remain in certain temperature ranges.</a:t>
            </a:r>
          </a:p>
          <a:p>
            <a:pPr lvl="1"/>
            <a:r>
              <a:rPr lang="en-US" dirty="0" smtClean="0"/>
              <a:t>This is a good proof of concept for accounting for such things</a:t>
            </a:r>
          </a:p>
          <a:p>
            <a:pPr lvl="1"/>
            <a:r>
              <a:rPr lang="en-US" dirty="0" smtClean="0"/>
              <a:t>By including the weather we can vary if a package needs to be chilled by a cooling station depending on the weather.</a:t>
            </a:r>
            <a:endParaRPr lang="en-US" dirty="0"/>
          </a:p>
        </p:txBody>
      </p:sp>
    </p:spTree>
    <p:extLst>
      <p:ext uri="{BB962C8B-B14F-4D97-AF65-F5344CB8AC3E}">
        <p14:creationId xmlns:p14="http://schemas.microsoft.com/office/powerpoint/2010/main" val="23246241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8305800" cy="722864"/>
          </a:xfrm>
          <a:solidFill>
            <a:schemeClr val="bg1"/>
          </a:solidFill>
        </p:spPr>
        <p:txBody>
          <a:bodyPr>
            <a:normAutofit fontScale="90000"/>
          </a:bodyPr>
          <a:lstStyle/>
          <a:p>
            <a:r>
              <a:rPr lang="en-US" dirty="0" smtClean="0"/>
              <a:t>- Which design pattern did you use?</a:t>
            </a:r>
            <a:endParaRPr lang="en-US" dirty="0"/>
          </a:p>
        </p:txBody>
      </p:sp>
      <p:sp>
        <p:nvSpPr>
          <p:cNvPr id="3" name="Content Placeholder 2"/>
          <p:cNvSpPr>
            <a:spLocks noGrp="1"/>
          </p:cNvSpPr>
          <p:nvPr>
            <p:ph idx="1"/>
          </p:nvPr>
        </p:nvSpPr>
        <p:spPr>
          <a:xfrm>
            <a:off x="685800" y="2362200"/>
            <a:ext cx="6777317" cy="3508977"/>
          </a:xfrm>
        </p:spPr>
        <p:txBody>
          <a:bodyPr/>
          <a:lstStyle/>
          <a:p>
            <a:r>
              <a:rPr lang="en-US" dirty="0" smtClean="0"/>
              <a:t>Weather</a:t>
            </a:r>
          </a:p>
          <a:p>
            <a:pPr lvl="1"/>
            <a:r>
              <a:rPr lang="en-US" dirty="0" smtClean="0"/>
              <a:t>Singleton, We want to have only a single instance of weather in the simulation</a:t>
            </a:r>
          </a:p>
          <a:p>
            <a:r>
              <a:rPr lang="en-US" dirty="0" smtClean="0"/>
              <a:t>Cooling</a:t>
            </a:r>
          </a:p>
          <a:p>
            <a:pPr lvl="1"/>
            <a:r>
              <a:rPr lang="en-US" dirty="0" smtClean="0"/>
              <a:t>Decorator, since we want to edit the way that some packages are implemented while not changing the existing code.</a:t>
            </a:r>
          </a:p>
        </p:txBody>
      </p:sp>
    </p:spTree>
    <p:extLst>
      <p:ext uri="{BB962C8B-B14F-4D97-AF65-F5344CB8AC3E}">
        <p14:creationId xmlns:p14="http://schemas.microsoft.com/office/powerpoint/2010/main" val="19738127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Demo the feature</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3581400"/>
            <a:ext cx="795361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96084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33400"/>
            <a:ext cx="7024744" cy="1143000"/>
          </a:xfrm>
        </p:spPr>
        <p:txBody>
          <a:bodyPr>
            <a:normAutofit/>
          </a:bodyPr>
          <a:lstStyle/>
          <a:p>
            <a:r>
              <a:rPr lang="en-US" dirty="0" smtClean="0"/>
              <a:t>Generic script</a:t>
            </a:r>
            <a:endParaRPr lang="en-US" dirty="0"/>
          </a:p>
        </p:txBody>
      </p:sp>
      <p:sp>
        <p:nvSpPr>
          <p:cNvPr id="3" name="Content Placeholder 2"/>
          <p:cNvSpPr>
            <a:spLocks noGrp="1"/>
          </p:cNvSpPr>
          <p:nvPr>
            <p:ph idx="1"/>
          </p:nvPr>
        </p:nvSpPr>
        <p:spPr>
          <a:xfrm>
            <a:off x="457200" y="1600200"/>
            <a:ext cx="8229600" cy="4953000"/>
          </a:xfrm>
        </p:spPr>
        <p:txBody>
          <a:bodyPr>
            <a:normAutofit fontScale="47500" lnSpcReduction="20000"/>
          </a:bodyPr>
          <a:lstStyle/>
          <a:p>
            <a:r>
              <a:rPr lang="en-US" dirty="0" smtClean="0"/>
              <a:t>Hello, I am [name] and I am [name], this is a simulation model. In the simulation model, there are multiple entities. It contains humans, a </a:t>
            </a:r>
            <a:r>
              <a:rPr lang="en-US" dirty="0" err="1" smtClean="0"/>
              <a:t>helicoptor</a:t>
            </a:r>
            <a:r>
              <a:rPr lang="en-US" smtClean="0"/>
              <a:t>, drones, robots, packages, and cooling stations. The simulation model represents the university of minnesota’s campus. The humans will wander around the map, the helicopter will fly above it. Meanwhile deliveries can be scheduled which will utilize the cooling stations, drones, packages, and robots to simulate the delivery. </a:t>
            </a:r>
          </a:p>
          <a:p>
            <a:r>
              <a:rPr lang="en-US" smtClean="0"/>
              <a:t>For our simulation model we added the cooling stations and weather into the model. The cooling stations will cool packages in order to keep it cool and the weather will impact how much the packages will melt.</a:t>
            </a:r>
          </a:p>
          <a:p>
            <a:r>
              <a:rPr lang="en-US" smtClean="0"/>
              <a:t>These </a:t>
            </a:r>
            <a:r>
              <a:rPr lang="en-US" dirty="0" smtClean="0"/>
              <a:t>features are important because in the real world, some packages will need to be kept at a certain temperature and as such simulating this for packages that need to be kept chilled is a good proof of concept which could be expanded upon by implementing a similar concept if it needs to b kept hot for example. The weather is needed since we want to account for various temperatures in the </a:t>
            </a:r>
            <a:r>
              <a:rPr lang="en-US" dirty="0" err="1" smtClean="0"/>
              <a:t>enviroment</a:t>
            </a:r>
            <a:r>
              <a:rPr lang="en-US" dirty="0" smtClean="0"/>
              <a:t>. For instance, if the weather outside is freezing the need to visit a cooling station isn’t needed while if it is 90 degrees out then a stop will need to be made.</a:t>
            </a:r>
          </a:p>
          <a:p>
            <a:r>
              <a:rPr lang="en-US" dirty="0" smtClean="0"/>
              <a:t>For the cooling functionality we utilized decorators so that existing </a:t>
            </a:r>
            <a:r>
              <a:rPr lang="en-US" dirty="0" err="1" smtClean="0"/>
              <a:t>functionalites</a:t>
            </a:r>
            <a:r>
              <a:rPr lang="en-US" dirty="0" smtClean="0"/>
              <a:t> can simply be wrapped and </a:t>
            </a:r>
            <a:r>
              <a:rPr lang="en-US" dirty="0" err="1" smtClean="0"/>
              <a:t>utilizied</a:t>
            </a:r>
            <a:endParaRPr lang="en-US" dirty="0"/>
          </a:p>
          <a:p>
            <a:r>
              <a:rPr lang="en-US" dirty="0" smtClean="0"/>
              <a:t>For the weather we implemented it as a singleton since we only want a single instance of it running at any time in the simulation.</a:t>
            </a:r>
          </a:p>
          <a:p>
            <a:endParaRPr lang="en-US" dirty="0"/>
          </a:p>
          <a:p>
            <a:r>
              <a:rPr lang="en-US" dirty="0" smtClean="0"/>
              <a:t>Demo open up:</a:t>
            </a:r>
          </a:p>
          <a:p>
            <a:pPr lvl="1"/>
            <a:r>
              <a:rPr lang="en-US" dirty="0" smtClean="0"/>
              <a:t>Here you can see the basic layout of our simulation model, on the left is a notification window that will display a variety of information. For example: when a delivery is made or when the helicopter has traveled a mile</a:t>
            </a:r>
          </a:p>
          <a:p>
            <a:pPr lvl="1"/>
            <a:r>
              <a:rPr lang="en-US" dirty="0" smtClean="0"/>
              <a:t>The main focus of course is the UMN map itself with the buildings and roads</a:t>
            </a:r>
          </a:p>
          <a:p>
            <a:pPr lvl="1"/>
            <a:r>
              <a:rPr lang="en-US" dirty="0"/>
              <a:t> </a:t>
            </a:r>
            <a:r>
              <a:rPr lang="en-US" dirty="0" smtClean="0"/>
              <a:t>Then here in the top right you can see the various different options that are </a:t>
            </a:r>
            <a:r>
              <a:rPr lang="en-US" dirty="0" err="1" smtClean="0"/>
              <a:t>availble</a:t>
            </a:r>
            <a:r>
              <a:rPr lang="en-US" dirty="0" smtClean="0"/>
              <a:t> to use</a:t>
            </a:r>
          </a:p>
          <a:p>
            <a:pPr lvl="1"/>
            <a:r>
              <a:rPr lang="en-US" dirty="0" smtClean="0"/>
              <a:t>[go through the different buttons]</a:t>
            </a:r>
          </a:p>
          <a:p>
            <a:pPr lvl="1"/>
            <a:r>
              <a:rPr lang="en-US" dirty="0" smtClean="0"/>
              <a:t>[show how to schedule a delivery and the different styles of path finding]</a:t>
            </a:r>
          </a:p>
          <a:p>
            <a:pPr lvl="1"/>
            <a:r>
              <a:rPr lang="en-US" dirty="0" smtClean="0"/>
              <a:t>[show how multiple drones can be supported and how the cooling station will be visited]</a:t>
            </a:r>
          </a:p>
          <a:p>
            <a:pPr lvl="1"/>
            <a:r>
              <a:rPr lang="en-US" dirty="0" smtClean="0"/>
              <a:t>[wrap up]</a:t>
            </a:r>
          </a:p>
          <a:p>
            <a:endParaRPr lang="en-US" dirty="0" smtClean="0"/>
          </a:p>
        </p:txBody>
      </p:sp>
    </p:spTree>
    <p:extLst>
      <p:ext uri="{BB962C8B-B14F-4D97-AF65-F5344CB8AC3E}">
        <p14:creationId xmlns:p14="http://schemas.microsoft.com/office/powerpoint/2010/main" val="1773485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1534</TotalTime>
  <Words>592</Words>
  <Application>Microsoft Office PowerPoint</Application>
  <PresentationFormat>On-screen Show (4:3)</PresentationFormat>
  <Paragraphs>39</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Austin</vt:lpstr>
      <vt:lpstr>CSCI 3081</vt:lpstr>
      <vt:lpstr>Contents</vt:lpstr>
      <vt:lpstr>- What is it?</vt:lpstr>
      <vt:lpstr>- Why is this new feature important?</vt:lpstr>
      <vt:lpstr>- Which design pattern did you use?</vt:lpstr>
      <vt:lpstr>- Demo the feature</vt:lpstr>
      <vt:lpstr>Generic script</vt:lpstr>
    </vt:vector>
  </TitlesOfParts>
  <Company>LG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 Z</dc:creator>
  <cp:lastModifiedBy>Ben Z</cp:lastModifiedBy>
  <cp:revision>14</cp:revision>
  <dcterms:created xsi:type="dcterms:W3CDTF">2024-12-14T14:37:42Z</dcterms:created>
  <dcterms:modified xsi:type="dcterms:W3CDTF">2024-12-15T16:11:57Z</dcterms:modified>
</cp:coreProperties>
</file>